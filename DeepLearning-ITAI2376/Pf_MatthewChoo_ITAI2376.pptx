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a11752f1d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a11752f1d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a11752f1d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a11752f1d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a11752f1d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a11752f1d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a11752f1d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a11752f1d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a11752f1d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a11752f1d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MattChoo0/Matthew-Choo-AI-Portfolio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mailto:W206744145@student.hccs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849825" y="2072324"/>
            <a:ext cx="7688100" cy="1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Course Portfolio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3238325" y="3172900"/>
            <a:ext cx="3149700" cy="12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Matthew Choo - W206744145</a:t>
            </a:r>
            <a:endParaRPr b="1"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Professor Patricia McManus</a:t>
            </a:r>
            <a:endParaRPr b="1"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6, 2026</a:t>
            </a:r>
            <a:endParaRPr b="1"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p13" title="Screenshot 2026-03-22 2018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966225" cy="199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Screenshot 2026-03-22 2010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7970" y="3197450"/>
            <a:ext cx="2756025" cy="19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title="Screenshot 2026-03-22 20131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295325"/>
            <a:ext cx="3238324" cy="1848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title="Screenshot 2026-03-22 20181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24024" y="0"/>
            <a:ext cx="2869351" cy="205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0" y="1259775"/>
            <a:ext cx="9144000" cy="38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My name is Matthew Choo (Call me Matt) I am taking Deep 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Learning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AI. I am still new to AI. I am interested in AI because I want to try to use it for robotics and try to learn how to use AI correctly. The reason I took this class is to learn more about AI itself. This topic has 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been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expanding 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 lot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in the real world and I want to make sure I understand the concept and how to use it in the real world. Also I am 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interested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in trying to make apps with AI in the near 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future.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Matthew-Choo-AI-Portfolio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0" y="0"/>
            <a:ext cx="908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Learning Journey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0" y="1237550"/>
            <a:ext cx="9144000" cy="39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In this course, I worked with a good team on both the 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 and labs. The 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assignment and labs. From the labs, I have to do step by step while doing the Neural Networks from Scratch to Frameworks, CNN, RNN &amp; Transformers, Diffusion Models and Teaching an Agent to balance a pole. Then in the assignment part is where me and my team have to create a neural network zoo, teaching a 11 year old kid about deep learning, and comparing computer science with the movie “Arrival”. What I learned from this class are neural network basics, convolutional neural network, sequence modeling and NLP, Transformers &amp; Attention Mechanisms, variational autoencoders VAEs, GANS, generative AI with Diffusion Models, and reinforcement learning &amp; AI Agents. It was a lot of work and practice and I feel like I need to improve more on my skills on programming. I feel like there is so much to learn about AI that my head is hurting.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Featured Projects: AI Agent Creation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0" y="1315325"/>
            <a:ext cx="9144000" cy="38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The most recent project was with my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teammates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Chloe Tu and Franckeric Kolontchangtoheu in creating a phishing program called The Hunter. This program detects certain emails which can either be a virus or non-virus.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It's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a defense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detection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systems that helps the users check if the email is good or bad. This AI Agent is built on CrewAI and utilizes a three-agent sequential pipeline. There are three agents which are Email Ingest Specialist, Phishing Risk Analyst, and SOC Orchestrator . Email Ingest Specialist parses raw text and extracts five key phishing signal features (e.g., URL count, urgency keywords). Next,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Phishing Risk Analyst where it runs a dual-model ensemble to score the email; it invokes deep regex analysis for ambiguous scores (0.35–0.75). Lastly, SOC Orchestrator where it consults a persistent SQLite Threat Memory to identify repeat offenders and applies a four-tier defense policy (Allow, Log, Quarantine, Block). There was also the classification backbone that combines the two models that provide a final risk score such as BiLSTM (65% weight), Logistic Regression (35% weight) and Backbone LLM.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Skills &amp; Competencies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0" y="1282000"/>
            <a:ext cx="9144000" cy="38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My 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technical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 skills is using google collab. The core AI 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competencies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 that I have developed are the variational 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autoencoders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 VAE, GANs, generative AI with Diffusion Models, reinforcement learning and AI agents, multi-agents systems and advanced agents patterns. The soft skills that are 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relevant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 to the field are critical thinking, emotional intelligence, adaptability, and complex communication. I have learned a little about Python and C++. I understand the concept of the frameworks &amp; libraries such as TensorFlow and PyTorch. I should try to learn about Data &amp; Cloud such as AWS (sagemaker) and Google Cloud Platform. 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Lastly the tools such as Github and MLflow.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Reflection &amp; Next Steps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0" y="1293100"/>
            <a:ext cx="9144000" cy="38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What I learn from this class are the concepts such as neural network basics, convolutional neural network, sequence modeling &amp; NLP, Transformers &amp; attention mechanisms, variational 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autoencoders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 VAEs, GANS, generative AI with diffusion models, reinforcement 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learning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 &amp; AI Agents, agentic systems using tools, rag and reasoning, multi-agents systems and advanced 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agents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 patterns. Was able to work with a good team about phishing and creating a program that can detect emails that are threatening and non-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threatening.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Matthew Choo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W206744145@student.hccs.edu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832 -353 - 5359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